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0E3C9-8928-7FE8-0E51-4BAE88C14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3BB2E-3176-C11D-8316-5EB2B8726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20BA9-A429-13E7-A873-7D63C41B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C55D-63CE-4524-A5A6-E7D1C0AD8BC5}" type="datetimeFigureOut">
              <a:rPr lang="en-ID" smtClean="0"/>
              <a:t>14/04/2026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BF98F-844B-88C7-A7AD-A3EAE18EE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C401E-4457-F0F0-B8A7-AE001158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786B-F793-4830-A504-A45F11996F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169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0325-5861-2853-225C-E31006878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7A499-997E-0AE7-834F-41D526AA1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A2706-2347-8B09-D4E4-E690F5EB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C55D-63CE-4524-A5A6-E7D1C0AD8BC5}" type="datetimeFigureOut">
              <a:rPr lang="en-ID" smtClean="0"/>
              <a:t>14/04/2026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2940C-6B9F-A806-4B58-70F3E5ED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F1A87-154B-1C1A-20D3-7FB89613F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786B-F793-4830-A504-A45F11996F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6528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4CB0-0CA3-CFEE-2E49-D0B841117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1A7A1-C8ED-2F28-EDA5-B549E2093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011C1-B6FB-E7CA-3417-C346F4E64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C55D-63CE-4524-A5A6-E7D1C0AD8BC5}" type="datetimeFigureOut">
              <a:rPr lang="en-ID" smtClean="0"/>
              <a:t>14/04/2026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8A973-29FA-92E1-B10F-8C1D07956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9EB7D-5779-FB3B-1495-04AC9391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786B-F793-4830-A504-A45F11996F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1541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5B71-90D9-E39F-47E0-723E8C02E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1419-72B2-E744-7E07-20EFFEE01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25C6C-AA09-586C-1CEE-09A02753A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D0EAB-699E-39F6-E974-8696B02A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C55D-63CE-4524-A5A6-E7D1C0AD8BC5}" type="datetimeFigureOut">
              <a:rPr lang="en-ID" smtClean="0"/>
              <a:t>14/04/2026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0E515-D157-345C-C9AB-925EF8722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36D93-C0BC-DADF-A827-1A297F9D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786B-F793-4830-A504-A45F11996F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53015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A3EFB-501B-6FB2-3BED-239F97DF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F573D-BCAE-4C9C-1778-FFD6668E6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7BBCE4-317B-0E01-36C0-C066F3A5C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B21D99-C693-171F-5958-3D2B0DCD5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65D472-2A5A-F5BB-7FA0-A5A62752F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17A2F3-18A1-B95A-FF9B-D91C74651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C55D-63CE-4524-A5A6-E7D1C0AD8BC5}" type="datetimeFigureOut">
              <a:rPr lang="en-ID" smtClean="0"/>
              <a:t>14/04/2026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65BA8E-FB29-5B51-E9C4-546437E29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6BC6D-CCB0-0091-3941-7BD7B3BC8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786B-F793-4830-A504-A45F11996F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0428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EF19-469C-C69B-508A-1948D7D1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362E3B-B02B-9C05-B234-2260E5A36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C55D-63CE-4524-A5A6-E7D1C0AD8BC5}" type="datetimeFigureOut">
              <a:rPr lang="en-ID" smtClean="0"/>
              <a:t>14/04/2026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8CF69-6014-090E-B2D8-A0527048C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4B931-1280-C57A-54C4-1F4BFAD0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786B-F793-4830-A504-A45F11996F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557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44CAA-A34A-CE30-D71B-643610B33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C55D-63CE-4524-A5A6-E7D1C0AD8BC5}" type="datetimeFigureOut">
              <a:rPr lang="en-ID" smtClean="0"/>
              <a:t>14/04/2026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AE6B25-D563-D703-BF85-0EAB24AA5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502B2-DB72-8FBC-D152-0A841947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786B-F793-4830-A504-A45F11996F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802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F54C6-DFA5-4C98-9975-0976FE5BD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660FB-43C5-FAE3-84CA-AC568EFE0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F652D-F37C-6068-2890-0D0979753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298A8-413A-1C32-256C-B7713FAA0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C55D-63CE-4524-A5A6-E7D1C0AD8BC5}" type="datetimeFigureOut">
              <a:rPr lang="en-ID" smtClean="0"/>
              <a:t>14/04/2026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9934B-1DF7-E44E-C051-42B8847D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58D5B-FF1F-BA4E-A93E-6C7CA5E5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786B-F793-4830-A504-A45F11996F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9096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DECC-3AB0-24C3-BF91-DB440CB8C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273916-55DF-6A4B-3AF0-35D85524E7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02D60-96FE-E63F-7FEE-EA912C4F1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B1977-C209-973D-D9FB-2C398C870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C55D-63CE-4524-A5A6-E7D1C0AD8BC5}" type="datetimeFigureOut">
              <a:rPr lang="en-ID" smtClean="0"/>
              <a:t>14/04/2026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E3764-E2BC-4C54-7999-57DF9601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0D758-B794-C86D-4CB7-2DC1836B1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786B-F793-4830-A504-A45F11996F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3485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CC17-917F-064B-FA52-76C2AA53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9ED76-5736-1E51-E073-C9EB31877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90FA9-BD62-3A52-679A-78D5364B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C55D-63CE-4524-A5A6-E7D1C0AD8BC5}" type="datetimeFigureOut">
              <a:rPr lang="en-ID" smtClean="0"/>
              <a:t>14/04/2026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C4512-E9A6-2780-CB79-5DA4E7D25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6523B-0D20-134F-3B78-48F3F472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786B-F793-4830-A504-A45F11996F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5643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29CC0-3FF5-B32D-3AFE-FD12C81EB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4C358-8B00-3BEE-480D-7CC3B4996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10EC9-7FD5-2F6B-4B6D-5A0AF8A4C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C55D-63CE-4524-A5A6-E7D1C0AD8BC5}" type="datetimeFigureOut">
              <a:rPr lang="en-ID" smtClean="0"/>
              <a:t>14/04/2026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2722B-3630-5E7E-F9FE-FA86ACCB8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BE883-BB93-F30F-CEF4-D6F404DED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0786B-F793-4830-A504-A45F11996F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10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AEB2F1-5FB2-5684-A866-DF3C8F57D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4E7A9-29CC-7759-FF7B-1B14D8EA4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D2F4B-F289-98E4-B200-F7C045CA3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6C55D-63CE-4524-A5A6-E7D1C0AD8BC5}" type="datetimeFigureOut">
              <a:rPr lang="en-ID" smtClean="0"/>
              <a:t>14/04/2026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59867-48D8-C790-7258-14776174A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379FD-6961-B6B7-C557-43D52AFCD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0786B-F793-4830-A504-A45F11996F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4499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A77F13-163B-CCC8-7296-9673A86A2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71" y="1237944"/>
            <a:ext cx="10440857" cy="43821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197B10-7DB2-AB45-DD95-89FE7ABA690C}"/>
              </a:ext>
            </a:extLst>
          </p:cNvPr>
          <p:cNvSpPr txBox="1"/>
          <p:nvPr/>
        </p:nvSpPr>
        <p:spPr>
          <a:xfrm>
            <a:off x="7842739" y="5732584"/>
            <a:ext cx="3851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Name: Shivang Chaurasia</a:t>
            </a:r>
            <a:br>
              <a:rPr lang="en-IN" dirty="0"/>
            </a:br>
            <a:r>
              <a:rPr lang="en-IN" dirty="0"/>
              <a:t>Registration no: 12316885</a:t>
            </a:r>
          </a:p>
          <a:p>
            <a:r>
              <a:rPr lang="en-IN" dirty="0"/>
              <a:t>Course Code: IXD802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17446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C94DD8-BED2-BEE0-A68F-C293F4DA4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38" y="1537301"/>
            <a:ext cx="10471639" cy="378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343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54E87-D1DD-6B94-112E-829ABD021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1254D-8E2A-F441-60FF-2CD408C44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267" y="981104"/>
            <a:ext cx="10214543" cy="489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53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41535-9685-3AF9-403F-9A059665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F4DCA1-1F13-B979-3E01-F7648A8CF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69" y="984738"/>
            <a:ext cx="10603523" cy="477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48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672B-2CE2-E058-31ED-D45DAC81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6778C1-4609-30D0-37F7-DD48DEDA5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125" y="323416"/>
            <a:ext cx="9135750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591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ADEF8-4DBE-447F-7A31-82E40344E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DAD8D3-14FB-37D2-9E36-774EE8CB6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625" y="1137918"/>
            <a:ext cx="8592749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816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155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Shivang Chaurasia</dc:creator>
  <cp:lastModifiedBy>Shivang Chaurasia</cp:lastModifiedBy>
  <cp:revision>1</cp:revision>
  <dcterms:created xsi:type="dcterms:W3CDTF">2026-04-14T14:45:33Z</dcterms:created>
  <dcterms:modified xsi:type="dcterms:W3CDTF">2026-04-14T14:49:57Z</dcterms:modified>
</cp:coreProperties>
</file>